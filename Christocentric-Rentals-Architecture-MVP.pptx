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Christocentric Rentals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E8F1F8"/>
                </a:solidFill>
                <a:latin typeface="Calibri"/>
              </a:rPr>
              <a:t>Architecture Decisions · API Schema ·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WordPress + WooCommerce rebuild  ·  Ghana · GHS  ·  Hostinger</a:t>
            </a:r>
          </a:p>
          <a:p>
            <a:r>
              <a:rPr sz="1400" b="0">
                <a:solidFill>
                  <a:srgbClr val="E8F1F8"/>
                </a:solidFill>
                <a:latin typeface="Calibri"/>
              </a:rPr>
              <a:t>Production: christocentricrentals.com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•  Problem &amp; goals for the rebuild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•  System architecture at a glance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•  Key architecture decisions (ADRs)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•  Data model &amp; order lifecycle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•  API / integration schema (MVP)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•  Payments, tax &amp; email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•  MVP scope vs deferred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•  Go-live checklist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Christocentric Rentals  ·  Architecture &amp; MVP  ·  2/12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christocentricrentals.com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Problem &amp;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47548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475488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What we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Daily camera / gear rentals in GHS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Online pay (card / MoMo) + cash pickup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Staff-friendly booking ops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Stock holds without double-booking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Ghana tax (VAT + NHIL + GETFund)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Reliable order emails on Hostinger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Familiar admin for the business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47548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73152" cy="4754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What we shipped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WordPress + WooCommerce storefront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Custom christocentric theme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christocentric-rentals domain plugin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Paystack + pay-on-pickup gateway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ACF homepage CMS + Rank Math SEO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Laravel kept as export/reference only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Live: christocentricrentals.com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Christocentric Rentals  ·  Architecture &amp; MVP  ·  3/12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christocentricrentals.com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657600" cy="2194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73152" cy="219456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Theme: christocentric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Shop, pages, product cards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Homepage CMS (ACF)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43000"/>
            <a:ext cx="3657600" cy="2194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73152" cy="219456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Plugin: christocentric-rentals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Dates, holds, pickup, SMTP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Newsletter, late returns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43000"/>
            <a:ext cx="3657600" cy="2194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73152" cy="2194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459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WooCommerce core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Catalog, cart, checkout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Orders, stock, Ghana tax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3657600" cy="2194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73152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Payments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690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woo-paystack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Card / Mobile Money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Webhook confirmation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566160"/>
            <a:ext cx="3657600" cy="2194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566160"/>
            <a:ext cx="73152" cy="219456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703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Hosting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0690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Hostinger (PHP 8.1+)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MySQL + SSL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Mailbox SMTP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566160"/>
            <a:ext cx="3657600" cy="2194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566160"/>
            <a:ext cx="73152" cy="21945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703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Optional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0690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Rentopian sync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Mailchimp / webhooks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Not required for MVP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Christocentric Rentals  ·  Architecture &amp; MVP  ·  4/12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christocentricrentals.com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Architecture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8F1F8"/>
                </a:solidFill>
                <a:latin typeface="Calibri"/>
              </a:rPr>
              <a:t>Accepted ADRs that shaped the MVP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Key decisions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ADR-001 — Ship WordPress/WooCommerce in production; Laravel = export only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ADR-002 — Orders are bookings (no separate booking database)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ADR-003 — Dual payments: Paystack online + pay on pickup (cash)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ADR-004 — Tax via WooCommerce rates; shop base address (pickup-friendly)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ADR-005 — Rentopian optional — empty API key, store still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Christocentric Rentals  ·  Architecture &amp; MVP  ·  6/12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christocentricrentals.com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Key decisions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ADR-006 — No custom public REST API for MVP (AJAX / admin-post instead)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ADR-007 — Lean plugins only (no Jetpack / MailPoet / ads bloat)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ADR-008 — Guest checkout off — account required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ADR-009 — SMTP required on Hostinger for order &amp; reset emails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Market fixed: Ghana · GHS · Bomso pickup narrative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Christocentric Rentals  ·  Architecture &amp; MVP  ·  7/12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christocentricrentals.com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Data model (MVP)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657600" cy="484632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73152" cy="484632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_ccr_price_per_day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_ccr_sale_price_per_day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_ccr_is_featured / _ccr_is_kit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WC stock = inventory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Optional Rentopian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43000"/>
            <a:ext cx="3657600" cy="484632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73152" cy="484632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Order 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Start / end rental dates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Pickup &amp; return times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Days + rate snapshot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Returned_at + late penalty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43000"/>
            <a:ext cx="3657600" cy="484632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73152" cy="4846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Tax &amp; holds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4592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VAT 15% + NHIL 2.5%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+ GETFund 2.5% = 20%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Pickup hold: 72 hours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Online hold: 2 hours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Hourly expiry cron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Christocentric Rentals  ·  Architecture &amp; MVP  ·  8/12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christocentricrentals.com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Order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Paystack → charge / webhook → payment_complete → processing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Pay on pickup → on-hold (stock held) → staff “Mark paid” → processing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Unpaid holds past window → cancelled by cron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Staff “Mark returned” → returned_at + optional late penalty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Customer emails: on-hold / processing / confirmation (needs SMTP)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Admin: New order email for every booking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Christocentric Rentals  ·  Architecture &amp; MVP  ·  9/12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christocentricrentals.com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API &amp; integrations (MVP)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Storefront: admin-ajax / admin-post (quote, compare, contact, newsletter)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Paystack webhook: /?wc-api=Tbz_WC_Paystack_Webhook  (required live)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Admin: Ghana tax setup, SMTP test, mark returned, mark paid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Outbound optional: Rentopian POST /orders, Mailchimp, newsletter webhook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No custom public REST/GraphQL for MVP — future ADR if apps need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Christocentric Rentals  ·  Architecture &amp; MVP  ·  10/12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christocentricrentals.com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MVP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486400" cy="484632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73152" cy="4846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In MVP — 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Catalog, daily pricing, kits, search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Dates + availability + holds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Paystack + pay on pickup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Ghana tax itemized at checkout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Theme, pages, compare, Studio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Homepage CMS, SEO, redirects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Order ops + late returns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SMTP settings + branded emails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486400" cy="484632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73152" cy="4846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Deferred /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Rentopian live API key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Mailchimp / webhook mirroring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Public versioned booking REST API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Guest checkout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Multi-currency / multi-country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Full calendar SaaS inventory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Marketing plugin bloat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Christocentric Rentals  ·  Architecture &amp; MVP  ·  11/12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christocentricrentals.com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Go-live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SMTP credentials on Hostinger — prove order + password-reset mail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Paystack live keys + webhook URL configured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End-to-end test: Paystack path + pay-on-pickup path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Purge LiteSpeed / CDN after deploy; spot-check images &amp; redirects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Keep cart / checkout / account excluded from full-page cache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Reference doc: ARCHITECTURE.md in the project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Christocentric Rentals  ·  Architecture &amp; MVP  ·  12/12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christocentricrentals.com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E8F1F8"/>
                </a:solidFill>
                <a:latin typeface="Calibri"/>
              </a:rPr>
              <a:t>Full write-up: ARCHITECTURE.md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Live store: https://christocentricrentals.com</a:t>
            </a:r>
          </a:p>
          <a:p>
            <a:r>
              <a:rPr sz="1600" b="0">
                <a:solidFill>
                  <a:srgbClr val="6B7280"/>
                </a:solidFill>
                <a:latin typeface="Calibri"/>
              </a:rPr>
              <a:t>Christocentric Rentals  ·  Bomso, Kumasi  ·  GHS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